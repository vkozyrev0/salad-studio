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IMAGE BENCH ·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0">
                <a:solidFill>
                  <a:srgbClr val="E8DCC8"/>
                </a:solidFill>
                <a:latin typeface="Palatino Linotype"/>
              </a:rPr>
              <a:t>Salad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A6B0C0"/>
                </a:solidFill>
                <a:latin typeface="Segoe UI"/>
              </a:rPr>
              <a:t>Build, validate and POST ComfyUI /prompt graphs to SaladCloud and vast.ai, from a local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069080"/>
            <a:ext cx="219456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6B0C0"/>
                </a:solidFill>
                <a:latin typeface="Cascadia Mono"/>
              </a:rPr>
              <a:t>Python server on 127.0.0.1 · Angular page · one container image pair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6B0C0"/>
                </a:solidFill>
                <a:latin typeface="Cascadia Mono"/>
              </a:rPr>
              <a:t>Features and numbers on every slide are read from the code at build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python -m salad_studio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Two halves: what you drive here, and what runs on the GPU.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5029200" cy="3200400"/>
          </a:xfrm>
          <a:prstGeom prst="rect">
            <a:avLst/>
          </a:prstGeom>
          <a:solidFill>
            <a:srgbClr val="24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39AA9"/>
                </a:solidFill>
                <a:latin typeface="Cascadia Mono"/>
              </a:rPr>
              <a:t>ON THIS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480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Profiles and credentials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Prompt authoring and editing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Import from Civitai and ComfyUI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The queue that owns the delay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History, ratings and the gallery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560320"/>
            <a:ext cx="5029200" cy="3200400"/>
          </a:xfrm>
          <a:prstGeom prst="rect">
            <a:avLst/>
          </a:prstGeom>
          <a:solidFill>
            <a:srgbClr val="24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39AA9"/>
                </a:solidFill>
                <a:latin typeface="Cascadia Mono"/>
              </a:rPr>
              <a:t>ON THE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00400"/>
            <a:ext cx="4480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A ComfyUI image pair (Klein and SNOFS)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Weights fetched on first boot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Salad group or a vast.ai instance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8DCC8"/>
                </a:solidFill>
                <a:latin typeface="Segoe UI"/>
              </a:rPr>
              <a:t>The render itself, by /prompt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7D8E"/>
                </a:solidFill>
                <a:latin typeface="Segoe UI"/>
              </a:rPr>
              <a:t>salad_klein/ holds the image; salad_studio/ holds the studio.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One page, one local server, one thread that owns the state.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2468880" cy="155448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Angular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6B0C0"/>
                </a:solidFill>
                <a:latin typeface="Cascadia Mono"/>
              </a:rPr>
              <a:t>ui/src · AG Grid
11 pages, one shell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651760"/>
            <a:ext cx="2468880" cy="155448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Local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6B0C0"/>
                </a:solidFill>
                <a:latin typeface="Cascadia Mono"/>
              </a:rPr>
              <a:t>web/server.py
3 API routes +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651760"/>
            <a:ext cx="2468880" cy="155448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Core 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6B0C0"/>
                </a:solidFill>
                <a:latin typeface="Cascadia Mono"/>
              </a:rPr>
              <a:t>web/core.py
every handler in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64040" y="2651760"/>
            <a:ext cx="2468880" cy="155448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19" y="27889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Stores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19" y="320040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A6B0C0"/>
                </a:solidFill>
                <a:latin typeface="Cascadia Mono"/>
              </a:rPr>
              <a:t>~/.config/salad
tokens, profiles,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6B0C0"/>
                </a:solidFill>
                <a:latin typeface="Segoe UI"/>
              </a:rPr>
              <a:t>Every action is one POST /api/action naming a page and an action; the reply carries that page's whole state.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6B0C0"/>
                </a:solidFill>
                <a:latin typeface="Segoe UI"/>
              </a:rPr>
              <a:t>Status, log lines, dialogs and action results stream back on GET /api/events.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Eleven pages, in the order you use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11226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42316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Profiles, images, Salad group, vast.ai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148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11226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Prompt Settings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42316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Size, steps, seed, graph, LoRAs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1226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2316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Five provider keys, checked one by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148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11226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Loras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42316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Catalog, extras, verified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4670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Prompt Editor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5760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Request JSON and the graph it draws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4670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Prompt 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65760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DeepSeek or a local model rewrites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832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4670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Prompt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65760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Saved prompts with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3832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34670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Import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65760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Civitai and ComfyUI paste to a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17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58114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Prompt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89204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Every request, rated, with its 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617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58114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89204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Waiting, running, finished; retry and cancel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1772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39AA9"/>
                </a:solidFill>
                <a:latin typeface="Cascadia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581144"/>
            <a:ext cx="2148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DCC8"/>
                </a:solidFill>
                <a:latin typeface="Segoe UI"/>
              </a:rPr>
              <a:t>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892040"/>
            <a:ext cx="2148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A6B0C0"/>
                </a:solidFill>
                <a:latin typeface="Segoe UI"/>
              </a:rPr>
              <a:t>Container logs and redacted Studio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E7D8E"/>
                </a:solidFill>
                <a:latin typeface="Segoe UI"/>
              </a:rPr>
              <a:t>read from web/registry.py PAGE_IDS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Where a render is pointed, and what it is allowed to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Four sections</a:t>
            </a:r>
            <a:r>
              <a:rPr sz="1300">
                <a:solidFill>
                  <a:srgbClr val="A6B0C0"/>
                </a:solidFill>
                <a:latin typeface="Segoe UI"/>
              </a:rPr>
              <a:t>  Profile, Images, Salad group, Vast.ai. A save writes only its own section.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Checkpoints route</a:t>
            </a:r>
            <a:r>
              <a:rPr sz="1300">
                <a:solidFill>
                  <a:srgbClr val="A6B0C0"/>
                </a:solidFill>
                <a:latin typeface="Segoe UI"/>
              </a:rPr>
              <a:t>  A listed checkpoint decides which family serves the request.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Two targets</a:t>
            </a:r>
            <a:r>
              <a:rPr sz="1300">
                <a:solidFill>
                  <a:srgbClr val="A6B0C0"/>
                </a:solidFill>
                <a:latin typeface="Segoe UI"/>
              </a:rPr>
              <a:t>  Salad gateway or a vast.ai instance, chosen in the profile.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One key per provider</a:t>
            </a:r>
            <a:r>
              <a:rPr sz="1300">
                <a:solidFill>
                  <a:srgbClr val="A6B0C0"/>
                </a:solidFill>
                <a:latin typeface="Segoe UI"/>
              </a:rPr>
              <a:t>  Keys live beside the profile, not inside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Prompt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The knobs every request is built from.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The form is the graph</a:t>
            </a:r>
            <a:r>
              <a:rPr sz="1300">
                <a:solidFill>
                  <a:srgbClr val="A6B0C0"/>
                </a:solidFill>
                <a:latin typeface="Segoe UI"/>
              </a:rPr>
              <a:t>  Width, height, steps, CFG, seed, scheduler and checkpoint.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LoRA checkboxes</a:t>
            </a:r>
            <a:r>
              <a:rPr sz="1300">
                <a:solidFill>
                  <a:srgbClr val="A6B0C0"/>
                </a:solidFill>
                <a:latin typeface="Segoe UI"/>
              </a:rPr>
              <a:t>  Selecting one rebuilds the LoraLoader chain in the editor.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Save to profile</a:t>
            </a:r>
            <a:r>
              <a:rPr sz="1300">
                <a:solidFill>
                  <a:srgbClr val="A6B0C0"/>
                </a:solidFill>
                <a:latin typeface="Segoe UI"/>
              </a:rPr>
              <a:t>  Writes the form, not the box below.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Remove background</a:t>
            </a:r>
            <a:r>
              <a:rPr sz="1300">
                <a:solidFill>
                  <a:srgbClr val="A6B0C0"/>
                </a:solidFill>
                <a:latin typeface="Segoe UI"/>
              </a:rPr>
              <a:t>  rembg u2net cuts each new plate to a 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Five provider keys, each checked against its own provider.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Green means accepted</a:t>
            </a:r>
            <a:r>
              <a:rPr sz="1300">
                <a:solidFill>
                  <a:srgbClr val="A6B0C0"/>
                </a:solidFill>
                <a:latin typeface="Segoe UI"/>
              </a:rPr>
              <a:t>  A dot turns green only on a real 200 from the provider.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Check asks one provider</a:t>
            </a:r>
            <a:r>
              <a:rPr sz="1300">
                <a:solidFill>
                  <a:srgbClr val="A6B0C0"/>
                </a:solidFill>
                <a:latin typeface="Segoe UI"/>
              </a:rPr>
              <a:t>  One hanging provider cannot hold up the rest.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Seeded, never guessed</a:t>
            </a:r>
            <a:r>
              <a:rPr sz="1300">
                <a:solidFill>
                  <a:srgbClr val="A6B0C0"/>
                </a:solidFill>
                <a:latin typeface="Segoe UI"/>
              </a:rPr>
              <a:t>  An empty slot copies from ~/.config; nothing is probed on open.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Gitignored</a:t>
            </a:r>
            <a:r>
              <a:rPr sz="1300">
                <a:solidFill>
                  <a:srgbClr val="A6B0C0"/>
                </a:solidFill>
                <a:latin typeface="Segoe UI"/>
              </a:rPr>
              <a:t>  salad_studio/studio-tokens.json stays out of the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LoRAs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A catalog you own, with a verification state per 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lo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Any source</a:t>
            </a:r>
            <a:r>
              <a:rPr sz="1300">
                <a:solidFill>
                  <a:srgbClr val="A6B0C0"/>
                </a:solidFill>
                <a:latin typeface="Segoe UI"/>
              </a:rPr>
              <a:t>  Civitai page or id@version, Hugging Face URL, local file, or a download URL.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Verified leads</a:t>
            </a:r>
            <a:r>
              <a:rPr sz="1300">
                <a:solidFill>
                  <a:srgbClr val="A6B0C0"/>
                </a:solidFill>
                <a:latin typeface="Segoe UI"/>
              </a:rPr>
              <a:t>  One dot per row; the column sorts like any other.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Find by name</a:t>
            </a:r>
            <a:r>
              <a:rPr sz="1300">
                <a:solidFill>
                  <a:srgbClr val="A6B0C0"/>
                </a:solidFill>
                <a:latin typeface="Segoe UI"/>
              </a:rPr>
              <a:t>  Narrows the grid, and a narrowed grid still sorts.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Families matter</a:t>
            </a:r>
            <a:r>
              <a:rPr sz="1300">
                <a:solidFill>
                  <a:srgbClr val="A6B0C0"/>
                </a:solidFill>
                <a:latin typeface="Segoe UI"/>
              </a:rPr>
              <a:t>  A LoRA from another family is flagged before it reaches a POST.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Prompt Editor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The request JSON, and the graph drawn from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Drawn from the request</a:t>
            </a:r>
            <a:r>
              <a:rPr sz="1300">
                <a:solidFill>
                  <a:srgbClr val="A6B0C0"/>
                </a:solidFill>
                <a:latin typeface="Segoe UI"/>
              </a:rPr>
              <a:t>  graph_model.py lays it out as data, not a second description.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Validate is the real gate</a:t>
            </a:r>
            <a:r>
              <a:rPr sz="1300">
                <a:solidFill>
                  <a:srgbClr val="A6B0C0"/>
                </a:solidFill>
                <a:latin typeface="Segoe UI"/>
              </a:rPr>
              <a:t>  The same parse Generate runs, plus token and URL checks.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Rebuild both ways</a:t>
            </a:r>
            <a:r>
              <a:rPr sz="1300">
                <a:solidFill>
                  <a:srgbClr val="A6B0C0"/>
                </a:solidFill>
                <a:latin typeface="Segoe UI"/>
              </a:rPr>
              <a:t>  From the config, or back out of the JSON.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CLIP wiring follows the stack</a:t>
            </a:r>
            <a:r>
              <a:rPr sz="1300">
                <a:solidFill>
                  <a:srgbClr val="A6B0C0"/>
                </a:solidFill>
                <a:latin typeface="Segoe UI"/>
              </a:rPr>
              <a:t>  Native LoRAs encode after the last loader; foreign ones on the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Prompt Assist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Ask for a prompt fix, then commit it to the 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ass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Two engines</a:t>
            </a:r>
            <a:r>
              <a:rPr sz="1300">
                <a:solidFill>
                  <a:srgbClr val="A6B0C0"/>
                </a:solidFill>
                <a:latin typeface="Segoe UI"/>
              </a:rPr>
              <a:t>  deepseek-flash over the API, or an OpenAI-compatible local server such as LM Studio.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The issue leads</a:t>
            </a:r>
            <a:r>
              <a:rPr sz="1300">
                <a:solidFill>
                  <a:srgbClr val="A6B0C0"/>
                </a:solidFill>
                <a:latin typeface="Segoe UI"/>
              </a:rPr>
              <a:t>  What went wrong with the last plate is the highest-priority instruction.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Reply read as a whole</a:t>
            </a:r>
            <a:r>
              <a:rPr sz="1300">
                <a:solidFill>
                  <a:srgbClr val="A6B0C0"/>
                </a:solidFill>
                <a:latin typeface="Segoe UI"/>
              </a:rPr>
              <a:t>  The best complete JSON object wins; a truncated reply is continued.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Commit once</a:t>
            </a:r>
            <a:r>
              <a:rPr sz="1300">
                <a:solidFill>
                  <a:srgbClr val="A6B0C0"/>
                </a:solidFill>
                <a:latin typeface="Segoe UI"/>
              </a:rPr>
              <a:t>  Fills both prompts and patches the CLIP text, or rebuilds and says 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Prompts you kept, and every render you made</a:t>
            </a:r>
          </a:p>
        </p:txBody>
      </p:sp>
      <p:pic>
        <p:nvPicPr>
          <p:cNvPr id="3" name="Picture 2" descr="10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12064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2103120"/>
            <a:ext cx="5120640" cy="3200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03120"/>
            <a:ext cx="5394960" cy="3371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26480" y="2103120"/>
            <a:ext cx="5394960" cy="337185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Prompt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6B0C0"/>
                </a:solidFill>
                <a:latin typeface="Segoe UI"/>
              </a:rPr>
              <a:t>Named prompts with a description, copied from the editor and loaded back into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349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DCC8"/>
                </a:solidFill>
                <a:latin typeface="Segoe UI"/>
              </a:rPr>
              <a:t>Prompt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66928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6B0C0"/>
                </a:solidFill>
                <a:latin typeface="Segoe UI"/>
              </a:rPr>
              <a:t>One row per request, with its graph, a rating and its plate; Reuse restores the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Paste what another tool gave you; get a request this house can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Two paste kinds</a:t>
            </a:r>
            <a:r>
              <a:rPr sz="1300">
                <a:solidFill>
                  <a:srgbClr val="A6B0C0"/>
                </a:solidFill>
                <a:latin typeface="Segoe UI"/>
              </a:rPr>
              <a:t>  Civitai generation data, and ComfyUI nodes and links.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Routed on shape</a:t>
            </a:r>
            <a:r>
              <a:rPr sz="1300">
                <a:solidFill>
                  <a:srgbClr val="A6B0C0"/>
                </a:solidFill>
                <a:latin typeface="Segoe UI"/>
              </a:rPr>
              <a:t>  Graph presence first, then tooling; a paste with no sampling path is rebuilt.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Repaired for the replica</a:t>
            </a:r>
            <a:r>
              <a:rPr sz="1300">
                <a:solidFill>
                  <a:srgbClr val="A6B0C0"/>
                </a:solidFill>
                <a:latin typeface="Segoe UI"/>
              </a:rPr>
              <a:t>  Missing nodes dropped, rewired or replaced with their local equivalents.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E39AA9"/>
                </a:solidFill>
                <a:latin typeface="Segoe UI"/>
              </a:rPr>
              <a:t>▪  </a:t>
            </a:r>
            <a:r>
              <a:rPr sz="1300" b="1">
                <a:solidFill>
                  <a:srgbClr val="E8DCC8"/>
                </a:solidFill>
                <a:latin typeface="Segoe UI"/>
              </a:rPr>
              <a:t>Warnings, not blocks</a:t>
            </a:r>
            <a:r>
              <a:rPr sz="1300">
                <a:solidFill>
                  <a:srgbClr val="A6B0C0"/>
                </a:solidFill>
                <a:latin typeface="Segoe UI"/>
              </a:rPr>
              <a:t>  A converted graph that would fail is reported and stripped at POST.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E39AA9"/>
                </a:solidFill>
                <a:latin typeface="Cascadia Mono"/>
              </a:rPr>
              <a:t>PAGE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E39AA9"/>
                </a:solidFill>
                <a:latin typeface="Cascadia Mon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The part that owns the delay between pressing Generate and getting a plate.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6949440" cy="4343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286000"/>
            <a:ext cx="6949440" cy="4343400"/>
          </a:xfrm>
          <a:prstGeom prst="rect">
            <a:avLst/>
          </a:prstGeom>
          <a:noFill/>
          <a:ln w="12700">
            <a:solidFill>
              <a:srgbClr val="2E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2402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00">
                <a:solidFill>
                  <a:srgbClr val="E39AA9"/>
                </a:solidFill>
                <a:latin typeface="Segoe UI"/>
              </a:rPr>
              <a:t>▪  </a:t>
            </a:r>
            <a:r>
              <a:rPr sz="1200" b="1">
                <a:solidFill>
                  <a:srgbClr val="E8DCC8"/>
                </a:solidFill>
                <a:latin typeface="Segoe UI"/>
              </a:rPr>
              <a:t>One line per profile</a:t>
            </a:r>
            <a:r>
              <a:rPr sz="1200">
                <a:solidFill>
                  <a:srgbClr val="A6B0C0"/>
                </a:solidFill>
                <a:latin typeface="Segoe UI"/>
              </a:rPr>
              <a:t>  A request waits for its own container, not for every other render.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E39AA9"/>
                </a:solidFill>
                <a:latin typeface="Segoe UI"/>
              </a:rPr>
              <a:t>▪  </a:t>
            </a:r>
            <a:r>
              <a:rPr sz="1200" b="1">
                <a:solidFill>
                  <a:srgbClr val="E8DCC8"/>
                </a:solidFill>
                <a:latin typeface="Segoe UI"/>
              </a:rPr>
              <a:t>Never a second POST</a:t>
            </a:r>
            <a:r>
              <a:rPr sz="1200">
                <a:solidFill>
                  <a:srgbClr val="A6B0C0"/>
                </a:solidFill>
                <a:latin typeface="Segoe UI"/>
              </a:rPr>
              <a:t>  An accepted request is never sent again, and cannot be retried.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E39AA9"/>
                </a:solidFill>
                <a:latin typeface="Segoe UI"/>
              </a:rPr>
              <a:t>▪  </a:t>
            </a:r>
            <a:r>
              <a:rPr sz="1200" b="1">
                <a:solidFill>
                  <a:srgbClr val="E8DCC8"/>
                </a:solidFill>
                <a:latin typeface="Segoe UI"/>
              </a:rPr>
              <a:t>Finished rows stay</a:t>
            </a:r>
            <a:r>
              <a:rPr sz="1200">
                <a:solidFill>
                  <a:srgbClr val="A6B0C0"/>
                </a:solidFill>
                <a:latin typeface="Segoe UI"/>
              </a:rPr>
              <a:t>  4 hours, then they turn over.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E39AA9"/>
                </a:solidFill>
                <a:latin typeface="Segoe UI"/>
              </a:rPr>
              <a:t>▪  </a:t>
            </a:r>
            <a:r>
              <a:rPr sz="1200" b="1">
                <a:solidFill>
                  <a:srgbClr val="E8DCC8"/>
                </a:solidFill>
                <a:latin typeface="Segoe UI"/>
              </a:rPr>
              <a:t>Bounded retries</a:t>
            </a:r>
            <a:r>
              <a:rPr sz="1200">
                <a:solidFill>
                  <a:srgbClr val="A6B0C0"/>
                </a:solidFill>
                <a:latin typeface="Segoe UI"/>
              </a:rPr>
              <a:t>  6 attempts, 8 s apart.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E39AA9"/>
                </a:solidFill>
                <a:latin typeface="Segoe UI"/>
              </a:rPr>
              <a:t>▪  </a:t>
            </a:r>
            <a:r>
              <a:rPr sz="1200" b="1">
                <a:solidFill>
                  <a:srgbClr val="E8DCC8"/>
                </a:solidFill>
                <a:latin typeface="Segoe UI"/>
              </a:rPr>
              <a:t>Idle stop</a:t>
            </a:r>
            <a:r>
              <a:rPr sz="1200">
                <a:solidFill>
                  <a:srgbClr val="A6B0C0"/>
                </a:solidFill>
                <a:latin typeface="Segoe UI"/>
              </a:rPr>
              <a:t>  60 minutes after the last render.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The queue's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Two invariants the code is tested against.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5120640" cy="160020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39AA9"/>
                </a:solidFill>
                <a:latin typeface="Cascadia Mono"/>
              </a:rPr>
              <a:t>NEVER POSTED TWICE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DCC8"/>
                </a:solidFill>
                <a:latin typeface="Segoe UI"/>
              </a:rPr>
              <a:t>A press repeating the request at the head adds nothing. An accepted request is never retried.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377440"/>
            <a:ext cx="5120640" cy="160020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39AA9"/>
                </a:solidFill>
                <a:latin typeface="Cascadia Mono"/>
              </a:rPr>
              <a:t>NEVER STARTS A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8DCC8"/>
                </a:solidFill>
                <a:latin typeface="Segoe UI"/>
              </a:rPr>
              <a:t>It stops what it started and follows what it owns. A hand-started container is left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A6B0C0"/>
                </a:solidFill>
                <a:latin typeface="Cascadia Mono"/>
              </a:rPr>
              <a:t>Both are checked as exhaustive state-machine runs by .claude/skills/queue-submission-safety/check.py.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Local by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Nothing here listens beyond this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Loopback only</a:t>
            </a:r>
            <a:r>
              <a:rPr sz="1600">
                <a:solidFill>
                  <a:srgbClr val="A6B0C0"/>
                </a:solidFill>
                <a:latin typeface="Segoe UI"/>
              </a:rPr>
              <a:t>  The socket binds 127.0.0.1.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Origin check</a:t>
            </a:r>
            <a:r>
              <a:rPr sz="1600">
                <a:solidFill>
                  <a:srgbClr val="A6B0C0"/>
                </a:solidFill>
                <a:latin typeface="Segoe UI"/>
              </a:rPr>
              <a:t>  A request whose Origin names another site is refused before any action runs.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Run token</a:t>
            </a:r>
            <a:r>
              <a:rPr sz="1600">
                <a:solidFill>
                  <a:srgbClr val="A6B0C0"/>
                </a:solidFill>
                <a:latin typeface="Segoe UI"/>
              </a:rPr>
              <a:t>  The URL carries a token minted per run; every API request must return it in a header.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No UI toolkit in the server</a:t>
            </a:r>
            <a:r>
              <a:rPr sz="1600">
                <a:solidFill>
                  <a:srgbClr val="A6B0C0"/>
                </a:solidFill>
                <a:latin typeface="Segoe UI"/>
              </a:rPr>
              <a:t>  tests/test_layers.py fails if tkinter or flet is ever imported again.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Keys stay home</a:t>
            </a:r>
            <a:r>
              <a:rPr sz="1600">
                <a:solidFill>
                  <a:srgbClr val="A6B0C0"/>
                </a:solidFill>
                <a:latin typeface="Segoe UI"/>
              </a:rPr>
              <a:t>  Provider keys live in gitignored local files and never enter the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What runs on the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One image family, two weight 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10607040" cy="123444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9AA9"/>
                </a:solidFill>
                <a:latin typeface="Segoe UI"/>
              </a:rPr>
              <a:t>SNOFS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0604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DCC8"/>
                </a:solidFill>
                <a:latin typeface="Cascadia Mono"/>
              </a:rPr>
              <a:t>docker.io/vkozyrev0/eldermark-klein:comfy0.35-api1.19.2-prefetch6-snofs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0632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6B0C0"/>
                </a:solidFill>
                <a:latin typeface="Segoe UI"/>
              </a:rPr>
              <a:t>Weights are fetched on first boot; the image carries none.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31920"/>
            <a:ext cx="10607040" cy="1234440"/>
          </a:xfrm>
          <a:prstGeom prst="rect">
            <a:avLst/>
          </a:prstGeom>
          <a:solidFill>
            <a:srgbClr val="14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9AA9"/>
                </a:solidFill>
                <a:latin typeface="Segoe UI"/>
              </a:rPr>
              <a:t>KLEIN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69080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8DCC8"/>
                </a:solidFill>
                <a:latin typeface="Cascadia Mono"/>
              </a:rPr>
              <a:t>docker.io/vkozyrev0/eldermark-klein:comfy0.35-api1.19.2-prefetch6-klein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5262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6B0C0"/>
                </a:solidFill>
                <a:latin typeface="Segoe UI"/>
              </a:rPr>
              <a:t>Weights are fetched on first boot; the image carries none.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778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6B0C0"/>
                </a:solidFill>
                <a:latin typeface="Cascadia Mono"/>
              </a:rPr>
              <a:t>salad_klein/Dockerfile builds on the Salad comfyui-api runtime; salad_klein/prefetch.py names the weights.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0">
                <a:solidFill>
                  <a:srgbClr val="E8DCC8"/>
                </a:solidFill>
                <a:latin typeface="Palatino Linotype"/>
              </a:rPr>
              <a:t>How this is checked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A6B0C0"/>
                </a:solidFill>
                <a:latin typeface="Segoe UI"/>
              </a:rPr>
              <a:t>The suite is the feature 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03120"/>
            <a:ext cx="1097280" cy="25400"/>
          </a:xfrm>
          <a:prstGeom prst="rect">
            <a:avLst/>
          </a:prstGeom>
          <a:solidFill>
            <a:srgbClr val="E39A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1,162 Python tests</a:t>
            </a:r>
            <a:r>
              <a:rPr sz="1600">
                <a:solidFill>
                  <a:srgbClr val="A6B0C0"/>
                </a:solidFill>
                <a:latin typeface="Segoe UI"/>
              </a:rPr>
              <a:t>  One module per area, plus the HTTP and page layers.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The docs are a contract</a:t>
            </a:r>
            <a:r>
              <a:rPr sz="1600">
                <a:solidFill>
                  <a:srgbClr val="A6B0C0"/>
                </a:solidFill>
                <a:latin typeface="Segoe UI"/>
              </a:rPr>
              <a:t>  tests/test_docs_match.py fails when a manual drifts from the code.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The page has its own tests</a:t>
            </a:r>
            <a:r>
              <a:rPr sz="1600">
                <a:solidFill>
                  <a:srgbClr val="A6B0C0"/>
                </a:solidFill>
                <a:latin typeface="Segoe UI"/>
              </a:rPr>
              <a:t>  Vitest under npx ng test, and audit.cjs checks bindings statically.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The queue is proven, not sampled</a:t>
            </a:r>
            <a:r>
              <a:rPr sz="1600">
                <a:solidFill>
                  <a:srgbClr val="A6B0C0"/>
                </a:solidFill>
                <a:latin typeface="Segoe UI"/>
              </a:rPr>
              <a:t>  Exhaustive interleavings on the submission path.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E39AA9"/>
                </a:solidFill>
                <a:latin typeface="Segoe UI"/>
              </a:rPr>
              <a:t>▪  </a:t>
            </a:r>
            <a:r>
              <a:rPr sz="1600" b="1">
                <a:solidFill>
                  <a:srgbClr val="E8DCC8"/>
                </a:solidFill>
                <a:latin typeface="Segoe UI"/>
              </a:rPr>
              <a:t>Layered tripwire</a:t>
            </a:r>
            <a:r>
              <a:rPr sz="1600">
                <a:solidFill>
                  <a:srgbClr val="A6B0C0"/>
                </a:solidFill>
                <a:latin typeface="Segoe UI"/>
              </a:rPr>
              <a:t>  No Python module may import a UI toolkit.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